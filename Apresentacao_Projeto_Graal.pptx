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153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4" Type="http://schemas.openxmlformats.org/officeDocument/2006/relationships/image" Target="../media/image24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4" Type="http://schemas.openxmlformats.org/officeDocument/2006/relationships/image" Target="../media/image2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5146D45-8348-4479-B70C-F2C0BC7EBC46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F4B383D4-0A56-4BCD-96B9-5C3161DEF754}">
      <dgm:prSet/>
      <dgm:spPr/>
      <dgm:t>
        <a:bodyPr/>
        <a:lstStyle/>
        <a:p>
          <a:r>
            <a:rPr lang="en-US"/>
            <a:t>• Cadastro e consulta de produtos</a:t>
          </a:r>
        </a:p>
      </dgm:t>
    </dgm:pt>
    <dgm:pt modelId="{C0DB08F5-6D66-406E-BC5A-3B7D7EFBB651}" type="parTrans" cxnId="{FD0A3486-C04D-41A4-A1F5-811B2F2311FB}">
      <dgm:prSet/>
      <dgm:spPr/>
      <dgm:t>
        <a:bodyPr/>
        <a:lstStyle/>
        <a:p>
          <a:endParaRPr lang="en-US"/>
        </a:p>
      </dgm:t>
    </dgm:pt>
    <dgm:pt modelId="{D8D8F405-1950-4409-9E1B-1739EA4B466A}" type="sibTrans" cxnId="{FD0A3486-C04D-41A4-A1F5-811B2F2311FB}">
      <dgm:prSet/>
      <dgm:spPr/>
      <dgm:t>
        <a:bodyPr/>
        <a:lstStyle/>
        <a:p>
          <a:endParaRPr lang="en-US"/>
        </a:p>
      </dgm:t>
    </dgm:pt>
    <dgm:pt modelId="{41B44404-5FBB-4FCD-BCAA-078B707A0907}">
      <dgm:prSet/>
      <dgm:spPr/>
      <dgm:t>
        <a:bodyPr/>
        <a:lstStyle/>
        <a:p>
          <a:r>
            <a:rPr lang="en-US"/>
            <a:t>• Controle de estoque</a:t>
          </a:r>
        </a:p>
      </dgm:t>
    </dgm:pt>
    <dgm:pt modelId="{94F7E275-BCBF-4E8C-882D-2EE6477FD4AE}" type="parTrans" cxnId="{BE7EA8E6-9CA4-42D7-85F5-08A38466D21A}">
      <dgm:prSet/>
      <dgm:spPr/>
      <dgm:t>
        <a:bodyPr/>
        <a:lstStyle/>
        <a:p>
          <a:endParaRPr lang="en-US"/>
        </a:p>
      </dgm:t>
    </dgm:pt>
    <dgm:pt modelId="{BB22EF9F-4846-4840-9189-DA9DEF32F417}" type="sibTrans" cxnId="{BE7EA8E6-9CA4-42D7-85F5-08A38466D21A}">
      <dgm:prSet/>
      <dgm:spPr/>
      <dgm:t>
        <a:bodyPr/>
        <a:lstStyle/>
        <a:p>
          <a:endParaRPr lang="en-US"/>
        </a:p>
      </dgm:t>
    </dgm:pt>
    <dgm:pt modelId="{77E4301B-EC42-47B4-99F1-B108AF13D9A2}">
      <dgm:prSet/>
      <dgm:spPr/>
      <dgm:t>
        <a:bodyPr/>
        <a:lstStyle/>
        <a:p>
          <a:r>
            <a:rPr lang="en-US"/>
            <a:t>• Registro de vendas</a:t>
          </a:r>
        </a:p>
      </dgm:t>
    </dgm:pt>
    <dgm:pt modelId="{0BE853FA-A827-42A9-AA90-CB55FE9F56DE}" type="parTrans" cxnId="{54623FC5-8201-4E99-9C0D-826585C59AF2}">
      <dgm:prSet/>
      <dgm:spPr/>
      <dgm:t>
        <a:bodyPr/>
        <a:lstStyle/>
        <a:p>
          <a:endParaRPr lang="en-US"/>
        </a:p>
      </dgm:t>
    </dgm:pt>
    <dgm:pt modelId="{AEE2647F-02A5-485D-BF24-8A7F9C159079}" type="sibTrans" cxnId="{54623FC5-8201-4E99-9C0D-826585C59AF2}">
      <dgm:prSet/>
      <dgm:spPr/>
      <dgm:t>
        <a:bodyPr/>
        <a:lstStyle/>
        <a:p>
          <a:endParaRPr lang="en-US"/>
        </a:p>
      </dgm:t>
    </dgm:pt>
    <dgm:pt modelId="{97E3F05B-1580-48CB-B4C2-A83269D1E192}">
      <dgm:prSet/>
      <dgm:spPr/>
      <dgm:t>
        <a:bodyPr/>
        <a:lstStyle/>
        <a:p>
          <a:r>
            <a:rPr lang="en-US"/>
            <a:t>• Relatórios de movimentações e vendas</a:t>
          </a:r>
        </a:p>
      </dgm:t>
    </dgm:pt>
    <dgm:pt modelId="{643BBE6E-FD54-4DAE-B4F1-E2481404E31D}" type="parTrans" cxnId="{E166E779-A75D-4D9C-A35C-E68E4DDA36F7}">
      <dgm:prSet/>
      <dgm:spPr/>
      <dgm:t>
        <a:bodyPr/>
        <a:lstStyle/>
        <a:p>
          <a:endParaRPr lang="en-US"/>
        </a:p>
      </dgm:t>
    </dgm:pt>
    <dgm:pt modelId="{98AC8289-91B4-4F7D-AC47-D1E44EFA6823}" type="sibTrans" cxnId="{E166E779-A75D-4D9C-A35C-E68E4DDA36F7}">
      <dgm:prSet/>
      <dgm:spPr/>
      <dgm:t>
        <a:bodyPr/>
        <a:lstStyle/>
        <a:p>
          <a:endParaRPr lang="en-US"/>
        </a:p>
      </dgm:t>
    </dgm:pt>
    <dgm:pt modelId="{8645BB97-CDF1-4569-8DB1-782ECA0B0A76}" type="pres">
      <dgm:prSet presAssocID="{35146D45-8348-4479-B70C-F2C0BC7EBC46}" presName="root" presStyleCnt="0">
        <dgm:presLayoutVars>
          <dgm:dir/>
          <dgm:resizeHandles val="exact"/>
        </dgm:presLayoutVars>
      </dgm:prSet>
      <dgm:spPr/>
    </dgm:pt>
    <dgm:pt modelId="{725A20DD-4F05-4D04-989F-5910419F43B6}" type="pres">
      <dgm:prSet presAssocID="{35146D45-8348-4479-B70C-F2C0BC7EBC46}" presName="container" presStyleCnt="0">
        <dgm:presLayoutVars>
          <dgm:dir/>
          <dgm:resizeHandles val="exact"/>
        </dgm:presLayoutVars>
      </dgm:prSet>
      <dgm:spPr/>
    </dgm:pt>
    <dgm:pt modelId="{98FADC98-602C-4897-8AFB-16081CF90269}" type="pres">
      <dgm:prSet presAssocID="{F4B383D4-0A56-4BCD-96B9-5C3161DEF754}" presName="compNode" presStyleCnt="0"/>
      <dgm:spPr/>
    </dgm:pt>
    <dgm:pt modelId="{1CD3B198-8320-41B5-9AD3-450B7878E9BE}" type="pres">
      <dgm:prSet presAssocID="{F4B383D4-0A56-4BCD-96B9-5C3161DEF754}" presName="iconBgRect" presStyleLbl="bgShp" presStyleIdx="0" presStyleCnt="4"/>
      <dgm:spPr/>
    </dgm:pt>
    <dgm:pt modelId="{FED5427A-A5EC-4A54-8371-01D2B58B0A2A}" type="pres">
      <dgm:prSet presAssocID="{F4B383D4-0A56-4BCD-96B9-5C3161DEF754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ustomer Review"/>
        </a:ext>
      </dgm:extLst>
    </dgm:pt>
    <dgm:pt modelId="{AF3BD780-1D6D-47EB-88D1-27D1D0B4D968}" type="pres">
      <dgm:prSet presAssocID="{F4B383D4-0A56-4BCD-96B9-5C3161DEF754}" presName="spaceRect" presStyleCnt="0"/>
      <dgm:spPr/>
    </dgm:pt>
    <dgm:pt modelId="{07408FC3-A495-4AEE-85A5-03F53A4C8A6A}" type="pres">
      <dgm:prSet presAssocID="{F4B383D4-0A56-4BCD-96B9-5C3161DEF754}" presName="textRect" presStyleLbl="revTx" presStyleIdx="0" presStyleCnt="4">
        <dgm:presLayoutVars>
          <dgm:chMax val="1"/>
          <dgm:chPref val="1"/>
        </dgm:presLayoutVars>
      </dgm:prSet>
      <dgm:spPr/>
    </dgm:pt>
    <dgm:pt modelId="{1B4F5DE1-26C1-48F4-8905-D7DAC9A09BFA}" type="pres">
      <dgm:prSet presAssocID="{D8D8F405-1950-4409-9E1B-1739EA4B466A}" presName="sibTrans" presStyleLbl="sibTrans2D1" presStyleIdx="0" presStyleCnt="0"/>
      <dgm:spPr/>
    </dgm:pt>
    <dgm:pt modelId="{A7319E5F-DAEB-4985-8239-65EE7490AE69}" type="pres">
      <dgm:prSet presAssocID="{41B44404-5FBB-4FCD-BCAA-078B707A0907}" presName="compNode" presStyleCnt="0"/>
      <dgm:spPr/>
    </dgm:pt>
    <dgm:pt modelId="{D7F464D1-A83A-4859-87F0-CE3C3FDB2595}" type="pres">
      <dgm:prSet presAssocID="{41B44404-5FBB-4FCD-BCAA-078B707A0907}" presName="iconBgRect" presStyleLbl="bgShp" presStyleIdx="1" presStyleCnt="4"/>
      <dgm:spPr/>
    </dgm:pt>
    <dgm:pt modelId="{DA6DB419-00F1-474F-82B1-66ACB0CE2CE1}" type="pres">
      <dgm:prSet presAssocID="{41B44404-5FBB-4FCD-BCAA-078B707A0907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me controller"/>
        </a:ext>
      </dgm:extLst>
    </dgm:pt>
    <dgm:pt modelId="{62FDAEA4-9A1D-4A95-A7B2-D4A5C826A1C1}" type="pres">
      <dgm:prSet presAssocID="{41B44404-5FBB-4FCD-BCAA-078B707A0907}" presName="spaceRect" presStyleCnt="0"/>
      <dgm:spPr/>
    </dgm:pt>
    <dgm:pt modelId="{EA83A8BB-DE9C-47E8-9921-BB6FCA50DB55}" type="pres">
      <dgm:prSet presAssocID="{41B44404-5FBB-4FCD-BCAA-078B707A0907}" presName="textRect" presStyleLbl="revTx" presStyleIdx="1" presStyleCnt="4">
        <dgm:presLayoutVars>
          <dgm:chMax val="1"/>
          <dgm:chPref val="1"/>
        </dgm:presLayoutVars>
      </dgm:prSet>
      <dgm:spPr/>
    </dgm:pt>
    <dgm:pt modelId="{EE6570D8-D272-4E4B-8EAD-DD8A0EEE8994}" type="pres">
      <dgm:prSet presAssocID="{BB22EF9F-4846-4840-9189-DA9DEF32F417}" presName="sibTrans" presStyleLbl="sibTrans2D1" presStyleIdx="0" presStyleCnt="0"/>
      <dgm:spPr/>
    </dgm:pt>
    <dgm:pt modelId="{74AD42E4-7827-4C11-B56E-5B75FC69FEF7}" type="pres">
      <dgm:prSet presAssocID="{77E4301B-EC42-47B4-99F1-B108AF13D9A2}" presName="compNode" presStyleCnt="0"/>
      <dgm:spPr/>
    </dgm:pt>
    <dgm:pt modelId="{3650FC1C-7179-45E2-AC34-CF210596DDE2}" type="pres">
      <dgm:prSet presAssocID="{77E4301B-EC42-47B4-99F1-B108AF13D9A2}" presName="iconBgRect" presStyleLbl="bgShp" presStyleIdx="2" presStyleCnt="4"/>
      <dgm:spPr/>
    </dgm:pt>
    <dgm:pt modelId="{D377DAAD-750B-4DFB-9C57-C70B56E1B1FE}" type="pres">
      <dgm:prSet presAssocID="{77E4301B-EC42-47B4-99F1-B108AF13D9A2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o"/>
        </a:ext>
      </dgm:extLst>
    </dgm:pt>
    <dgm:pt modelId="{F5DBFB54-B3C3-4630-921E-30E17D2F8FAB}" type="pres">
      <dgm:prSet presAssocID="{77E4301B-EC42-47B4-99F1-B108AF13D9A2}" presName="spaceRect" presStyleCnt="0"/>
      <dgm:spPr/>
    </dgm:pt>
    <dgm:pt modelId="{6156D4A0-AB56-415B-969C-F42391796421}" type="pres">
      <dgm:prSet presAssocID="{77E4301B-EC42-47B4-99F1-B108AF13D9A2}" presName="textRect" presStyleLbl="revTx" presStyleIdx="2" presStyleCnt="4">
        <dgm:presLayoutVars>
          <dgm:chMax val="1"/>
          <dgm:chPref val="1"/>
        </dgm:presLayoutVars>
      </dgm:prSet>
      <dgm:spPr/>
    </dgm:pt>
    <dgm:pt modelId="{AE1A6850-28DE-4339-9F21-571C618AD89B}" type="pres">
      <dgm:prSet presAssocID="{AEE2647F-02A5-485D-BF24-8A7F9C159079}" presName="sibTrans" presStyleLbl="sibTrans2D1" presStyleIdx="0" presStyleCnt="0"/>
      <dgm:spPr/>
    </dgm:pt>
    <dgm:pt modelId="{FF14FA36-716D-41E2-82E2-51004E0AC1AB}" type="pres">
      <dgm:prSet presAssocID="{97E3F05B-1580-48CB-B4C2-A83269D1E192}" presName="compNode" presStyleCnt="0"/>
      <dgm:spPr/>
    </dgm:pt>
    <dgm:pt modelId="{A67998DA-F16D-414C-9B43-FCD2248A3A10}" type="pres">
      <dgm:prSet presAssocID="{97E3F05B-1580-48CB-B4C2-A83269D1E192}" presName="iconBgRect" presStyleLbl="bgShp" presStyleIdx="3" presStyleCnt="4"/>
      <dgm:spPr/>
    </dgm:pt>
    <dgm:pt modelId="{5F2BA471-0EC7-4F6B-B618-84DD28ABD3D0}" type="pres">
      <dgm:prSet presAssocID="{97E3F05B-1580-48CB-B4C2-A83269D1E192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ABCDCCC1-7F87-43EB-8C5C-306FE2A6D5CD}" type="pres">
      <dgm:prSet presAssocID="{97E3F05B-1580-48CB-B4C2-A83269D1E192}" presName="spaceRect" presStyleCnt="0"/>
      <dgm:spPr/>
    </dgm:pt>
    <dgm:pt modelId="{ADE95175-93BE-4FD7-8C28-ACB6757DEAED}" type="pres">
      <dgm:prSet presAssocID="{97E3F05B-1580-48CB-B4C2-A83269D1E192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840A7632-2230-40D1-9F68-E35908B2BC99}" type="presOf" srcId="{41B44404-5FBB-4FCD-BCAA-078B707A0907}" destId="{EA83A8BB-DE9C-47E8-9921-BB6FCA50DB55}" srcOrd="0" destOrd="0" presId="urn:microsoft.com/office/officeart/2018/2/layout/IconCircleList"/>
    <dgm:cxn modelId="{C5CC8772-D3B3-43EE-B90A-4748C57FF2D7}" type="presOf" srcId="{F4B383D4-0A56-4BCD-96B9-5C3161DEF754}" destId="{07408FC3-A495-4AEE-85A5-03F53A4C8A6A}" srcOrd="0" destOrd="0" presId="urn:microsoft.com/office/officeart/2018/2/layout/IconCircleList"/>
    <dgm:cxn modelId="{F857D657-8B86-4AA9-9ED3-5CE9F8E64471}" type="presOf" srcId="{77E4301B-EC42-47B4-99F1-B108AF13D9A2}" destId="{6156D4A0-AB56-415B-969C-F42391796421}" srcOrd="0" destOrd="0" presId="urn:microsoft.com/office/officeart/2018/2/layout/IconCircleList"/>
    <dgm:cxn modelId="{E166E779-A75D-4D9C-A35C-E68E4DDA36F7}" srcId="{35146D45-8348-4479-B70C-F2C0BC7EBC46}" destId="{97E3F05B-1580-48CB-B4C2-A83269D1E192}" srcOrd="3" destOrd="0" parTransId="{643BBE6E-FD54-4DAE-B4F1-E2481404E31D}" sibTransId="{98AC8289-91B4-4F7D-AC47-D1E44EFA6823}"/>
    <dgm:cxn modelId="{FD0A3486-C04D-41A4-A1F5-811B2F2311FB}" srcId="{35146D45-8348-4479-B70C-F2C0BC7EBC46}" destId="{F4B383D4-0A56-4BCD-96B9-5C3161DEF754}" srcOrd="0" destOrd="0" parTransId="{C0DB08F5-6D66-406E-BC5A-3B7D7EFBB651}" sibTransId="{D8D8F405-1950-4409-9E1B-1739EA4B466A}"/>
    <dgm:cxn modelId="{AFF8B4B1-A507-41A2-9EA1-CCEE3B3F0021}" type="presOf" srcId="{BB22EF9F-4846-4840-9189-DA9DEF32F417}" destId="{EE6570D8-D272-4E4B-8EAD-DD8A0EEE8994}" srcOrd="0" destOrd="0" presId="urn:microsoft.com/office/officeart/2018/2/layout/IconCircleList"/>
    <dgm:cxn modelId="{8BB3D2B4-FD66-4BAC-AA09-7E56276F141B}" type="presOf" srcId="{AEE2647F-02A5-485D-BF24-8A7F9C159079}" destId="{AE1A6850-28DE-4339-9F21-571C618AD89B}" srcOrd="0" destOrd="0" presId="urn:microsoft.com/office/officeart/2018/2/layout/IconCircleList"/>
    <dgm:cxn modelId="{54623FC5-8201-4E99-9C0D-826585C59AF2}" srcId="{35146D45-8348-4479-B70C-F2C0BC7EBC46}" destId="{77E4301B-EC42-47B4-99F1-B108AF13D9A2}" srcOrd="2" destOrd="0" parTransId="{0BE853FA-A827-42A9-AA90-CB55FE9F56DE}" sibTransId="{AEE2647F-02A5-485D-BF24-8A7F9C159079}"/>
    <dgm:cxn modelId="{79B76BC9-B9F2-459D-96B7-43FD0DF810A9}" type="presOf" srcId="{35146D45-8348-4479-B70C-F2C0BC7EBC46}" destId="{8645BB97-CDF1-4569-8DB1-782ECA0B0A76}" srcOrd="0" destOrd="0" presId="urn:microsoft.com/office/officeart/2018/2/layout/IconCircleList"/>
    <dgm:cxn modelId="{68088BCF-9491-4AF9-92CC-66C38C6478F3}" type="presOf" srcId="{97E3F05B-1580-48CB-B4C2-A83269D1E192}" destId="{ADE95175-93BE-4FD7-8C28-ACB6757DEAED}" srcOrd="0" destOrd="0" presId="urn:microsoft.com/office/officeart/2018/2/layout/IconCircleList"/>
    <dgm:cxn modelId="{0B71DDD0-41CC-4CCC-A6B6-294A55CEF5C2}" type="presOf" srcId="{D8D8F405-1950-4409-9E1B-1739EA4B466A}" destId="{1B4F5DE1-26C1-48F4-8905-D7DAC9A09BFA}" srcOrd="0" destOrd="0" presId="urn:microsoft.com/office/officeart/2018/2/layout/IconCircleList"/>
    <dgm:cxn modelId="{BE7EA8E6-9CA4-42D7-85F5-08A38466D21A}" srcId="{35146D45-8348-4479-B70C-F2C0BC7EBC46}" destId="{41B44404-5FBB-4FCD-BCAA-078B707A0907}" srcOrd="1" destOrd="0" parTransId="{94F7E275-BCBF-4E8C-882D-2EE6477FD4AE}" sibTransId="{BB22EF9F-4846-4840-9189-DA9DEF32F417}"/>
    <dgm:cxn modelId="{732683BB-71E3-42AB-BAF1-87DA9A455606}" type="presParOf" srcId="{8645BB97-CDF1-4569-8DB1-782ECA0B0A76}" destId="{725A20DD-4F05-4D04-989F-5910419F43B6}" srcOrd="0" destOrd="0" presId="urn:microsoft.com/office/officeart/2018/2/layout/IconCircleList"/>
    <dgm:cxn modelId="{C94158AA-822E-48D4-B302-5B4228141575}" type="presParOf" srcId="{725A20DD-4F05-4D04-989F-5910419F43B6}" destId="{98FADC98-602C-4897-8AFB-16081CF90269}" srcOrd="0" destOrd="0" presId="urn:microsoft.com/office/officeart/2018/2/layout/IconCircleList"/>
    <dgm:cxn modelId="{C129E386-402C-4D04-978B-51E24424EC20}" type="presParOf" srcId="{98FADC98-602C-4897-8AFB-16081CF90269}" destId="{1CD3B198-8320-41B5-9AD3-450B7878E9BE}" srcOrd="0" destOrd="0" presId="urn:microsoft.com/office/officeart/2018/2/layout/IconCircleList"/>
    <dgm:cxn modelId="{135F4652-7A52-49A2-A9A6-CE3252941635}" type="presParOf" srcId="{98FADC98-602C-4897-8AFB-16081CF90269}" destId="{FED5427A-A5EC-4A54-8371-01D2B58B0A2A}" srcOrd="1" destOrd="0" presId="urn:microsoft.com/office/officeart/2018/2/layout/IconCircleList"/>
    <dgm:cxn modelId="{F03B2CB8-0EC7-4B61-9EB9-C3DEE398F1D1}" type="presParOf" srcId="{98FADC98-602C-4897-8AFB-16081CF90269}" destId="{AF3BD780-1D6D-47EB-88D1-27D1D0B4D968}" srcOrd="2" destOrd="0" presId="urn:microsoft.com/office/officeart/2018/2/layout/IconCircleList"/>
    <dgm:cxn modelId="{49763D14-5937-4D0D-AD5B-7FAE7B45AA78}" type="presParOf" srcId="{98FADC98-602C-4897-8AFB-16081CF90269}" destId="{07408FC3-A495-4AEE-85A5-03F53A4C8A6A}" srcOrd="3" destOrd="0" presId="urn:microsoft.com/office/officeart/2018/2/layout/IconCircleList"/>
    <dgm:cxn modelId="{4C0C4666-D479-46D0-85C8-F5F47A3956C2}" type="presParOf" srcId="{725A20DD-4F05-4D04-989F-5910419F43B6}" destId="{1B4F5DE1-26C1-48F4-8905-D7DAC9A09BFA}" srcOrd="1" destOrd="0" presId="urn:microsoft.com/office/officeart/2018/2/layout/IconCircleList"/>
    <dgm:cxn modelId="{BD81E486-AC54-4E4A-92AC-354CB8F1F462}" type="presParOf" srcId="{725A20DD-4F05-4D04-989F-5910419F43B6}" destId="{A7319E5F-DAEB-4985-8239-65EE7490AE69}" srcOrd="2" destOrd="0" presId="urn:microsoft.com/office/officeart/2018/2/layout/IconCircleList"/>
    <dgm:cxn modelId="{97659C61-03BB-4424-9B1C-14DF194B1FA2}" type="presParOf" srcId="{A7319E5F-DAEB-4985-8239-65EE7490AE69}" destId="{D7F464D1-A83A-4859-87F0-CE3C3FDB2595}" srcOrd="0" destOrd="0" presId="urn:microsoft.com/office/officeart/2018/2/layout/IconCircleList"/>
    <dgm:cxn modelId="{F4270032-5416-4F27-8D94-C5335E4AB0D0}" type="presParOf" srcId="{A7319E5F-DAEB-4985-8239-65EE7490AE69}" destId="{DA6DB419-00F1-474F-82B1-66ACB0CE2CE1}" srcOrd="1" destOrd="0" presId="urn:microsoft.com/office/officeart/2018/2/layout/IconCircleList"/>
    <dgm:cxn modelId="{92586DB1-252F-47F8-9105-A33ABA29A21E}" type="presParOf" srcId="{A7319E5F-DAEB-4985-8239-65EE7490AE69}" destId="{62FDAEA4-9A1D-4A95-A7B2-D4A5C826A1C1}" srcOrd="2" destOrd="0" presId="urn:microsoft.com/office/officeart/2018/2/layout/IconCircleList"/>
    <dgm:cxn modelId="{82309A3E-4934-4D57-A088-DC143B6C051C}" type="presParOf" srcId="{A7319E5F-DAEB-4985-8239-65EE7490AE69}" destId="{EA83A8BB-DE9C-47E8-9921-BB6FCA50DB55}" srcOrd="3" destOrd="0" presId="urn:microsoft.com/office/officeart/2018/2/layout/IconCircleList"/>
    <dgm:cxn modelId="{1F651BE7-4174-4E71-A63D-A625E98A7F0C}" type="presParOf" srcId="{725A20DD-4F05-4D04-989F-5910419F43B6}" destId="{EE6570D8-D272-4E4B-8EAD-DD8A0EEE8994}" srcOrd="3" destOrd="0" presId="urn:microsoft.com/office/officeart/2018/2/layout/IconCircleList"/>
    <dgm:cxn modelId="{CA230B85-D46A-4A0D-96F4-CA36E0DABF3C}" type="presParOf" srcId="{725A20DD-4F05-4D04-989F-5910419F43B6}" destId="{74AD42E4-7827-4C11-B56E-5B75FC69FEF7}" srcOrd="4" destOrd="0" presId="urn:microsoft.com/office/officeart/2018/2/layout/IconCircleList"/>
    <dgm:cxn modelId="{B18CFBC7-B084-43B1-91EA-B62FDB1F77DF}" type="presParOf" srcId="{74AD42E4-7827-4C11-B56E-5B75FC69FEF7}" destId="{3650FC1C-7179-45E2-AC34-CF210596DDE2}" srcOrd="0" destOrd="0" presId="urn:microsoft.com/office/officeart/2018/2/layout/IconCircleList"/>
    <dgm:cxn modelId="{ED2D6077-FDAC-4CDD-AA37-5E8713C29916}" type="presParOf" srcId="{74AD42E4-7827-4C11-B56E-5B75FC69FEF7}" destId="{D377DAAD-750B-4DFB-9C57-C70B56E1B1FE}" srcOrd="1" destOrd="0" presId="urn:microsoft.com/office/officeart/2018/2/layout/IconCircleList"/>
    <dgm:cxn modelId="{5B41FCD8-636F-44A5-BAEE-4AF7AC6F401B}" type="presParOf" srcId="{74AD42E4-7827-4C11-B56E-5B75FC69FEF7}" destId="{F5DBFB54-B3C3-4630-921E-30E17D2F8FAB}" srcOrd="2" destOrd="0" presId="urn:microsoft.com/office/officeart/2018/2/layout/IconCircleList"/>
    <dgm:cxn modelId="{1C7D0631-C588-428A-B5DB-084365E052E1}" type="presParOf" srcId="{74AD42E4-7827-4C11-B56E-5B75FC69FEF7}" destId="{6156D4A0-AB56-415B-969C-F42391796421}" srcOrd="3" destOrd="0" presId="urn:microsoft.com/office/officeart/2018/2/layout/IconCircleList"/>
    <dgm:cxn modelId="{BE40BF60-9941-45B6-B480-20F24DAFAEEE}" type="presParOf" srcId="{725A20DD-4F05-4D04-989F-5910419F43B6}" destId="{AE1A6850-28DE-4339-9F21-571C618AD89B}" srcOrd="5" destOrd="0" presId="urn:microsoft.com/office/officeart/2018/2/layout/IconCircleList"/>
    <dgm:cxn modelId="{2D649CC2-061C-4344-BC80-56333DC8B8A9}" type="presParOf" srcId="{725A20DD-4F05-4D04-989F-5910419F43B6}" destId="{FF14FA36-716D-41E2-82E2-51004E0AC1AB}" srcOrd="6" destOrd="0" presId="urn:microsoft.com/office/officeart/2018/2/layout/IconCircleList"/>
    <dgm:cxn modelId="{06AD7F7A-2D73-42F4-9381-1AB81B4B32BE}" type="presParOf" srcId="{FF14FA36-716D-41E2-82E2-51004E0AC1AB}" destId="{A67998DA-F16D-414C-9B43-FCD2248A3A10}" srcOrd="0" destOrd="0" presId="urn:microsoft.com/office/officeart/2018/2/layout/IconCircleList"/>
    <dgm:cxn modelId="{81D8E92C-6CF2-4061-A8B8-270F496853A0}" type="presParOf" srcId="{FF14FA36-716D-41E2-82E2-51004E0AC1AB}" destId="{5F2BA471-0EC7-4F6B-B618-84DD28ABD3D0}" srcOrd="1" destOrd="0" presId="urn:microsoft.com/office/officeart/2018/2/layout/IconCircleList"/>
    <dgm:cxn modelId="{76D95429-DC36-4452-BED8-7B3FAE20D8F9}" type="presParOf" srcId="{FF14FA36-716D-41E2-82E2-51004E0AC1AB}" destId="{ABCDCCC1-7F87-43EB-8C5C-306FE2A6D5CD}" srcOrd="2" destOrd="0" presId="urn:microsoft.com/office/officeart/2018/2/layout/IconCircleList"/>
    <dgm:cxn modelId="{55D7A6C1-C8F4-4013-92AD-4DCEB30C35DE}" type="presParOf" srcId="{FF14FA36-716D-41E2-82E2-51004E0AC1AB}" destId="{ADE95175-93BE-4FD7-8C28-ACB6757DEAED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6977A95-697A-4534-808A-E7AF3D496E07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8597B27E-5262-4A26-923C-8441E43E5FFE}">
      <dgm:prSet/>
      <dgm:spPr/>
      <dgm:t>
        <a:bodyPr/>
        <a:lstStyle/>
        <a:p>
          <a:r>
            <a:rPr lang="en-US"/>
            <a:t>• Produto → Vendas (1:N)</a:t>
          </a:r>
        </a:p>
      </dgm:t>
    </dgm:pt>
    <dgm:pt modelId="{D56C1A5B-6711-40A5-878C-500DC053D25D}" type="parTrans" cxnId="{8C5FE922-0BA9-4840-920E-BD1ADF821C2D}">
      <dgm:prSet/>
      <dgm:spPr/>
      <dgm:t>
        <a:bodyPr/>
        <a:lstStyle/>
        <a:p>
          <a:endParaRPr lang="en-US"/>
        </a:p>
      </dgm:t>
    </dgm:pt>
    <dgm:pt modelId="{9F036724-6F48-4319-94EA-B746CC5CAC50}" type="sibTrans" cxnId="{8C5FE922-0BA9-4840-920E-BD1ADF821C2D}">
      <dgm:prSet/>
      <dgm:spPr/>
      <dgm:t>
        <a:bodyPr/>
        <a:lstStyle/>
        <a:p>
          <a:endParaRPr lang="en-US"/>
        </a:p>
      </dgm:t>
    </dgm:pt>
    <dgm:pt modelId="{69B4BAC2-E30A-4130-B95F-208B61F44383}">
      <dgm:prSet/>
      <dgm:spPr/>
      <dgm:t>
        <a:bodyPr/>
        <a:lstStyle/>
        <a:p>
          <a:r>
            <a:rPr lang="en-US"/>
            <a:t>• Produto → Movimentações (1:N)</a:t>
          </a:r>
        </a:p>
      </dgm:t>
    </dgm:pt>
    <dgm:pt modelId="{7C5DB9CD-E4CD-4CF1-8726-199826B263A0}" type="parTrans" cxnId="{DD40DA64-8839-428B-BE89-D47C40E8AE07}">
      <dgm:prSet/>
      <dgm:spPr/>
      <dgm:t>
        <a:bodyPr/>
        <a:lstStyle/>
        <a:p>
          <a:endParaRPr lang="en-US"/>
        </a:p>
      </dgm:t>
    </dgm:pt>
    <dgm:pt modelId="{709D98F7-B615-4A8E-A465-B72679E17D07}" type="sibTrans" cxnId="{DD40DA64-8839-428B-BE89-D47C40E8AE07}">
      <dgm:prSet/>
      <dgm:spPr/>
      <dgm:t>
        <a:bodyPr/>
        <a:lstStyle/>
        <a:p>
          <a:endParaRPr lang="en-US"/>
        </a:p>
      </dgm:t>
    </dgm:pt>
    <dgm:pt modelId="{48245D4D-FFDE-4094-9E74-B7A0629640CE}">
      <dgm:prSet/>
      <dgm:spPr/>
      <dgm:t>
        <a:bodyPr/>
        <a:lstStyle/>
        <a:p>
          <a:r>
            <a:rPr lang="en-US"/>
            <a:t>• Vendas → Relatório (1:1)</a:t>
          </a:r>
        </a:p>
      </dgm:t>
    </dgm:pt>
    <dgm:pt modelId="{AA37F644-87D5-4BA3-8FEB-8F7F4E4F0551}" type="parTrans" cxnId="{B30830E2-D7B9-41DD-ABB5-D28976A45139}">
      <dgm:prSet/>
      <dgm:spPr/>
      <dgm:t>
        <a:bodyPr/>
        <a:lstStyle/>
        <a:p>
          <a:endParaRPr lang="en-US"/>
        </a:p>
      </dgm:t>
    </dgm:pt>
    <dgm:pt modelId="{A419CDFA-02E5-4524-A666-43061B8BCABF}" type="sibTrans" cxnId="{B30830E2-D7B9-41DD-ABB5-D28976A45139}">
      <dgm:prSet/>
      <dgm:spPr/>
      <dgm:t>
        <a:bodyPr/>
        <a:lstStyle/>
        <a:p>
          <a:endParaRPr lang="en-US"/>
        </a:p>
      </dgm:t>
    </dgm:pt>
    <dgm:pt modelId="{83FD5AD0-1206-4FA1-9396-FF73C14AE231}" type="pres">
      <dgm:prSet presAssocID="{B6977A95-697A-4534-808A-E7AF3D496E07}" presName="root" presStyleCnt="0">
        <dgm:presLayoutVars>
          <dgm:dir/>
          <dgm:resizeHandles val="exact"/>
        </dgm:presLayoutVars>
      </dgm:prSet>
      <dgm:spPr/>
    </dgm:pt>
    <dgm:pt modelId="{01181F5A-4563-4FF9-9DDF-E120E3234BE1}" type="pres">
      <dgm:prSet presAssocID="{8597B27E-5262-4A26-923C-8441E43E5FFE}" presName="compNode" presStyleCnt="0"/>
      <dgm:spPr/>
    </dgm:pt>
    <dgm:pt modelId="{EF35BD75-4587-4CFF-87BA-3D8C717D2BF8}" type="pres">
      <dgm:prSet presAssocID="{8597B27E-5262-4A26-923C-8441E43E5FFE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uxo de trabalho"/>
        </a:ext>
      </dgm:extLst>
    </dgm:pt>
    <dgm:pt modelId="{789976FA-6CA6-4FFE-BE14-A2C1B827AF45}" type="pres">
      <dgm:prSet presAssocID="{8597B27E-5262-4A26-923C-8441E43E5FFE}" presName="spaceRect" presStyleCnt="0"/>
      <dgm:spPr/>
    </dgm:pt>
    <dgm:pt modelId="{5DB2A01A-8D67-4EF2-8774-2F8408F53C8E}" type="pres">
      <dgm:prSet presAssocID="{8597B27E-5262-4A26-923C-8441E43E5FFE}" presName="textRect" presStyleLbl="revTx" presStyleIdx="0" presStyleCnt="3">
        <dgm:presLayoutVars>
          <dgm:chMax val="1"/>
          <dgm:chPref val="1"/>
        </dgm:presLayoutVars>
      </dgm:prSet>
      <dgm:spPr/>
    </dgm:pt>
    <dgm:pt modelId="{461127AF-FE59-4773-8783-59B5CC147BD9}" type="pres">
      <dgm:prSet presAssocID="{9F036724-6F48-4319-94EA-B746CC5CAC50}" presName="sibTrans" presStyleCnt="0"/>
      <dgm:spPr/>
    </dgm:pt>
    <dgm:pt modelId="{7FA44E82-3A88-4E7C-8AAB-E0792DD18464}" type="pres">
      <dgm:prSet presAssocID="{69B4BAC2-E30A-4130-B95F-208B61F44383}" presName="compNode" presStyleCnt="0"/>
      <dgm:spPr/>
    </dgm:pt>
    <dgm:pt modelId="{EBCB70E6-B73D-47CF-84C0-3FC849C60046}" type="pres">
      <dgm:prSet presAssocID="{69B4BAC2-E30A-4130-B95F-208B61F44383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uxograma"/>
        </a:ext>
      </dgm:extLst>
    </dgm:pt>
    <dgm:pt modelId="{A37F958E-42EC-447A-A764-769FFE926893}" type="pres">
      <dgm:prSet presAssocID="{69B4BAC2-E30A-4130-B95F-208B61F44383}" presName="spaceRect" presStyleCnt="0"/>
      <dgm:spPr/>
    </dgm:pt>
    <dgm:pt modelId="{0175FDFE-BC98-4E20-AD79-E00F960E213D}" type="pres">
      <dgm:prSet presAssocID="{69B4BAC2-E30A-4130-B95F-208B61F44383}" presName="textRect" presStyleLbl="revTx" presStyleIdx="1" presStyleCnt="3">
        <dgm:presLayoutVars>
          <dgm:chMax val="1"/>
          <dgm:chPref val="1"/>
        </dgm:presLayoutVars>
      </dgm:prSet>
      <dgm:spPr/>
    </dgm:pt>
    <dgm:pt modelId="{0D6D85F9-A6AD-4C8B-8997-3BC1941A621C}" type="pres">
      <dgm:prSet presAssocID="{709D98F7-B615-4A8E-A465-B72679E17D07}" presName="sibTrans" presStyleCnt="0"/>
      <dgm:spPr/>
    </dgm:pt>
    <dgm:pt modelId="{B3611861-E67A-4CD0-82D0-2D407C95C04A}" type="pres">
      <dgm:prSet presAssocID="{48245D4D-FFDE-4094-9E74-B7A0629640CE}" presName="compNode" presStyleCnt="0"/>
      <dgm:spPr/>
    </dgm:pt>
    <dgm:pt modelId="{FD8B0E5C-E310-46CC-9E28-E9407D55E5C3}" type="pres">
      <dgm:prSet presAssocID="{48245D4D-FFDE-4094-9E74-B7A0629640CE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ecision chart"/>
        </a:ext>
      </dgm:extLst>
    </dgm:pt>
    <dgm:pt modelId="{1F344B00-2D77-4C1A-9073-C1B81E233A9D}" type="pres">
      <dgm:prSet presAssocID="{48245D4D-FFDE-4094-9E74-B7A0629640CE}" presName="spaceRect" presStyleCnt="0"/>
      <dgm:spPr/>
    </dgm:pt>
    <dgm:pt modelId="{EC6EBAE9-0ADD-4AF9-97BA-FFC664604384}" type="pres">
      <dgm:prSet presAssocID="{48245D4D-FFDE-4094-9E74-B7A0629640CE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8C5FE922-0BA9-4840-920E-BD1ADF821C2D}" srcId="{B6977A95-697A-4534-808A-E7AF3D496E07}" destId="{8597B27E-5262-4A26-923C-8441E43E5FFE}" srcOrd="0" destOrd="0" parTransId="{D56C1A5B-6711-40A5-878C-500DC053D25D}" sibTransId="{9F036724-6F48-4319-94EA-B746CC5CAC50}"/>
    <dgm:cxn modelId="{1F6E1826-2555-41CD-A3D1-A0C7AEED778B}" type="presOf" srcId="{8597B27E-5262-4A26-923C-8441E43E5FFE}" destId="{5DB2A01A-8D67-4EF2-8774-2F8408F53C8E}" srcOrd="0" destOrd="0" presId="urn:microsoft.com/office/officeart/2018/2/layout/IconLabelList"/>
    <dgm:cxn modelId="{DD40DA64-8839-428B-BE89-D47C40E8AE07}" srcId="{B6977A95-697A-4534-808A-E7AF3D496E07}" destId="{69B4BAC2-E30A-4130-B95F-208B61F44383}" srcOrd="1" destOrd="0" parTransId="{7C5DB9CD-E4CD-4CF1-8726-199826B263A0}" sibTransId="{709D98F7-B615-4A8E-A465-B72679E17D07}"/>
    <dgm:cxn modelId="{8509366E-5577-44CF-A705-3645D059C8EE}" type="presOf" srcId="{69B4BAC2-E30A-4130-B95F-208B61F44383}" destId="{0175FDFE-BC98-4E20-AD79-E00F960E213D}" srcOrd="0" destOrd="0" presId="urn:microsoft.com/office/officeart/2018/2/layout/IconLabelList"/>
    <dgm:cxn modelId="{F0BA4D59-FA76-4F19-8CE7-E619FC742464}" type="presOf" srcId="{48245D4D-FFDE-4094-9E74-B7A0629640CE}" destId="{EC6EBAE9-0ADD-4AF9-97BA-FFC664604384}" srcOrd="0" destOrd="0" presId="urn:microsoft.com/office/officeart/2018/2/layout/IconLabelList"/>
    <dgm:cxn modelId="{E6E25793-23AC-4EBE-B1AC-752713DF7F2F}" type="presOf" srcId="{B6977A95-697A-4534-808A-E7AF3D496E07}" destId="{83FD5AD0-1206-4FA1-9396-FF73C14AE231}" srcOrd="0" destOrd="0" presId="urn:microsoft.com/office/officeart/2018/2/layout/IconLabelList"/>
    <dgm:cxn modelId="{B30830E2-D7B9-41DD-ABB5-D28976A45139}" srcId="{B6977A95-697A-4534-808A-E7AF3D496E07}" destId="{48245D4D-FFDE-4094-9E74-B7A0629640CE}" srcOrd="2" destOrd="0" parTransId="{AA37F644-87D5-4BA3-8FEB-8F7F4E4F0551}" sibTransId="{A419CDFA-02E5-4524-A666-43061B8BCABF}"/>
    <dgm:cxn modelId="{4249969A-B7B6-4577-87E2-FFD9E3F18421}" type="presParOf" srcId="{83FD5AD0-1206-4FA1-9396-FF73C14AE231}" destId="{01181F5A-4563-4FF9-9DDF-E120E3234BE1}" srcOrd="0" destOrd="0" presId="urn:microsoft.com/office/officeart/2018/2/layout/IconLabelList"/>
    <dgm:cxn modelId="{3595FD98-B06C-4FA1-BE18-289714BAAB7A}" type="presParOf" srcId="{01181F5A-4563-4FF9-9DDF-E120E3234BE1}" destId="{EF35BD75-4587-4CFF-87BA-3D8C717D2BF8}" srcOrd="0" destOrd="0" presId="urn:microsoft.com/office/officeart/2018/2/layout/IconLabelList"/>
    <dgm:cxn modelId="{CBA67617-7A1C-40DE-82F7-B80AD5D8FC7A}" type="presParOf" srcId="{01181F5A-4563-4FF9-9DDF-E120E3234BE1}" destId="{789976FA-6CA6-4FFE-BE14-A2C1B827AF45}" srcOrd="1" destOrd="0" presId="urn:microsoft.com/office/officeart/2018/2/layout/IconLabelList"/>
    <dgm:cxn modelId="{686C4A91-6BDD-4B9D-8A4C-D51D93C26238}" type="presParOf" srcId="{01181F5A-4563-4FF9-9DDF-E120E3234BE1}" destId="{5DB2A01A-8D67-4EF2-8774-2F8408F53C8E}" srcOrd="2" destOrd="0" presId="urn:microsoft.com/office/officeart/2018/2/layout/IconLabelList"/>
    <dgm:cxn modelId="{BB83DD50-0347-43F9-B0C5-424D8197D3E7}" type="presParOf" srcId="{83FD5AD0-1206-4FA1-9396-FF73C14AE231}" destId="{461127AF-FE59-4773-8783-59B5CC147BD9}" srcOrd="1" destOrd="0" presId="urn:microsoft.com/office/officeart/2018/2/layout/IconLabelList"/>
    <dgm:cxn modelId="{81BB1B61-ACA0-4844-BE82-9A89578CFF50}" type="presParOf" srcId="{83FD5AD0-1206-4FA1-9396-FF73C14AE231}" destId="{7FA44E82-3A88-4E7C-8AAB-E0792DD18464}" srcOrd="2" destOrd="0" presId="urn:microsoft.com/office/officeart/2018/2/layout/IconLabelList"/>
    <dgm:cxn modelId="{C49F2429-C2F7-42A7-A254-6A9F0EFB0A3A}" type="presParOf" srcId="{7FA44E82-3A88-4E7C-8AAB-E0792DD18464}" destId="{EBCB70E6-B73D-47CF-84C0-3FC849C60046}" srcOrd="0" destOrd="0" presId="urn:microsoft.com/office/officeart/2018/2/layout/IconLabelList"/>
    <dgm:cxn modelId="{24136A43-6BF7-4578-8FAF-928DA2409BD4}" type="presParOf" srcId="{7FA44E82-3A88-4E7C-8AAB-E0792DD18464}" destId="{A37F958E-42EC-447A-A764-769FFE926893}" srcOrd="1" destOrd="0" presId="urn:microsoft.com/office/officeart/2018/2/layout/IconLabelList"/>
    <dgm:cxn modelId="{99824E8F-A825-46F4-BDE0-A9CBE72919AA}" type="presParOf" srcId="{7FA44E82-3A88-4E7C-8AAB-E0792DD18464}" destId="{0175FDFE-BC98-4E20-AD79-E00F960E213D}" srcOrd="2" destOrd="0" presId="urn:microsoft.com/office/officeart/2018/2/layout/IconLabelList"/>
    <dgm:cxn modelId="{EBE3C046-5155-463D-B34A-6D2BE99743A9}" type="presParOf" srcId="{83FD5AD0-1206-4FA1-9396-FF73C14AE231}" destId="{0D6D85F9-A6AD-4C8B-8997-3BC1941A621C}" srcOrd="3" destOrd="0" presId="urn:microsoft.com/office/officeart/2018/2/layout/IconLabelList"/>
    <dgm:cxn modelId="{3BC02AED-DE06-48AE-845F-1012B6E86EB5}" type="presParOf" srcId="{83FD5AD0-1206-4FA1-9396-FF73C14AE231}" destId="{B3611861-E67A-4CD0-82D0-2D407C95C04A}" srcOrd="4" destOrd="0" presId="urn:microsoft.com/office/officeart/2018/2/layout/IconLabelList"/>
    <dgm:cxn modelId="{A857EDC6-7D32-476B-8D1C-F35DD2BE62E9}" type="presParOf" srcId="{B3611861-E67A-4CD0-82D0-2D407C95C04A}" destId="{FD8B0E5C-E310-46CC-9E28-E9407D55E5C3}" srcOrd="0" destOrd="0" presId="urn:microsoft.com/office/officeart/2018/2/layout/IconLabelList"/>
    <dgm:cxn modelId="{ACE2132C-BCA3-48CA-993A-FFB4030BE770}" type="presParOf" srcId="{B3611861-E67A-4CD0-82D0-2D407C95C04A}" destId="{1F344B00-2D77-4C1A-9073-C1B81E233A9D}" srcOrd="1" destOrd="0" presId="urn:microsoft.com/office/officeart/2018/2/layout/IconLabelList"/>
    <dgm:cxn modelId="{665BB708-135F-4CBD-BA32-B80E25637F80}" type="presParOf" srcId="{B3611861-E67A-4CD0-82D0-2D407C95C04A}" destId="{EC6EBAE9-0ADD-4AF9-97BA-FFC664604384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F198DCF-611B-4759-A7E2-130F128C73F2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D06E0BA4-867D-4E0D-B7AE-3AD6DF661734}">
      <dgm:prSet/>
      <dgm:spPr/>
      <dgm:t>
        <a:bodyPr/>
        <a:lstStyle/>
        <a:p>
          <a:r>
            <a:rPr lang="en-US"/>
            <a:t>O sistema permite um controle completo e organizado do estoque e das vendas.</a:t>
          </a:r>
        </a:p>
      </dgm:t>
    </dgm:pt>
    <dgm:pt modelId="{33CD6B57-6C8F-4223-A1D4-ED7FE1C78BCD}" type="parTrans" cxnId="{1A1F56F5-B5F0-457E-A815-A0360C21F758}">
      <dgm:prSet/>
      <dgm:spPr/>
      <dgm:t>
        <a:bodyPr/>
        <a:lstStyle/>
        <a:p>
          <a:endParaRPr lang="en-US"/>
        </a:p>
      </dgm:t>
    </dgm:pt>
    <dgm:pt modelId="{D1E2BCB5-E5EF-400C-8CF2-552E05839BEC}" type="sibTrans" cxnId="{1A1F56F5-B5F0-457E-A815-A0360C21F758}">
      <dgm:prSet/>
      <dgm:spPr/>
      <dgm:t>
        <a:bodyPr/>
        <a:lstStyle/>
        <a:p>
          <a:endParaRPr lang="en-US"/>
        </a:p>
      </dgm:t>
    </dgm:pt>
    <dgm:pt modelId="{9076C8D8-0149-4F8C-8F74-77369F2649CE}">
      <dgm:prSet/>
      <dgm:spPr/>
      <dgm:t>
        <a:bodyPr/>
        <a:lstStyle/>
        <a:p>
          <a:r>
            <a:rPr lang="en-US"/>
            <a:t>Facilita análises e decisões comerciais com base em dados históricos.</a:t>
          </a:r>
        </a:p>
      </dgm:t>
    </dgm:pt>
    <dgm:pt modelId="{6135D2EE-F90E-4646-B02D-409D875BDE93}" type="parTrans" cxnId="{FEF045C1-510D-42DD-926D-8BE360D0DF36}">
      <dgm:prSet/>
      <dgm:spPr/>
      <dgm:t>
        <a:bodyPr/>
        <a:lstStyle/>
        <a:p>
          <a:endParaRPr lang="en-US"/>
        </a:p>
      </dgm:t>
    </dgm:pt>
    <dgm:pt modelId="{02418B14-8124-4DE2-8E1A-028ED33097D5}" type="sibTrans" cxnId="{FEF045C1-510D-42DD-926D-8BE360D0DF36}">
      <dgm:prSet/>
      <dgm:spPr/>
      <dgm:t>
        <a:bodyPr/>
        <a:lstStyle/>
        <a:p>
          <a:endParaRPr lang="en-US"/>
        </a:p>
      </dgm:t>
    </dgm:pt>
    <dgm:pt modelId="{3082CC11-C016-4A1C-A24A-12A689EC174D}" type="pres">
      <dgm:prSet presAssocID="{7F198DCF-611B-4759-A7E2-130F128C73F2}" presName="root" presStyleCnt="0">
        <dgm:presLayoutVars>
          <dgm:dir/>
          <dgm:resizeHandles val="exact"/>
        </dgm:presLayoutVars>
      </dgm:prSet>
      <dgm:spPr/>
    </dgm:pt>
    <dgm:pt modelId="{FCF9B2A7-5C68-4187-8279-D0C0477CAE3F}" type="pres">
      <dgm:prSet presAssocID="{D06E0BA4-867D-4E0D-B7AE-3AD6DF661734}" presName="compNode" presStyleCnt="0"/>
      <dgm:spPr/>
    </dgm:pt>
    <dgm:pt modelId="{782FDCE4-DD89-4F75-AFE5-6BAC91F32202}" type="pres">
      <dgm:prSet presAssocID="{D06E0BA4-867D-4E0D-B7AE-3AD6DF661734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x trolley"/>
        </a:ext>
      </dgm:extLst>
    </dgm:pt>
    <dgm:pt modelId="{DA36AFFE-5EA9-44CE-8F58-1C757B9AB65C}" type="pres">
      <dgm:prSet presAssocID="{D06E0BA4-867D-4E0D-B7AE-3AD6DF661734}" presName="spaceRect" presStyleCnt="0"/>
      <dgm:spPr/>
    </dgm:pt>
    <dgm:pt modelId="{13E6C47C-CB5D-4FF5-B312-1C3D38531475}" type="pres">
      <dgm:prSet presAssocID="{D06E0BA4-867D-4E0D-B7AE-3AD6DF661734}" presName="textRect" presStyleLbl="revTx" presStyleIdx="0" presStyleCnt="2">
        <dgm:presLayoutVars>
          <dgm:chMax val="1"/>
          <dgm:chPref val="1"/>
        </dgm:presLayoutVars>
      </dgm:prSet>
      <dgm:spPr/>
    </dgm:pt>
    <dgm:pt modelId="{0FBE46D7-2819-4B6B-82E8-84596421313C}" type="pres">
      <dgm:prSet presAssocID="{D1E2BCB5-E5EF-400C-8CF2-552E05839BEC}" presName="sibTrans" presStyleCnt="0"/>
      <dgm:spPr/>
    </dgm:pt>
    <dgm:pt modelId="{036E0C6D-F8BA-4569-AC0B-5DB9A73CA452}" type="pres">
      <dgm:prSet presAssocID="{9076C8D8-0149-4F8C-8F74-77369F2649CE}" presName="compNode" presStyleCnt="0"/>
      <dgm:spPr/>
    </dgm:pt>
    <dgm:pt modelId="{29079D74-4161-49C7-AEF8-CB4376D0252A}" type="pres">
      <dgm:prSet presAssocID="{9076C8D8-0149-4F8C-8F74-77369F2649CE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statísticas"/>
        </a:ext>
      </dgm:extLst>
    </dgm:pt>
    <dgm:pt modelId="{77EC139F-C612-4615-A563-7708A6D432B0}" type="pres">
      <dgm:prSet presAssocID="{9076C8D8-0149-4F8C-8F74-77369F2649CE}" presName="spaceRect" presStyleCnt="0"/>
      <dgm:spPr/>
    </dgm:pt>
    <dgm:pt modelId="{2B4AF653-5BC6-449D-9F8D-E1921D637427}" type="pres">
      <dgm:prSet presAssocID="{9076C8D8-0149-4F8C-8F74-77369F2649CE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353E4C03-5E1D-4AE9-8110-F522C0032258}" type="presOf" srcId="{9076C8D8-0149-4F8C-8F74-77369F2649CE}" destId="{2B4AF653-5BC6-449D-9F8D-E1921D637427}" srcOrd="0" destOrd="0" presId="urn:microsoft.com/office/officeart/2018/2/layout/IconLabelList"/>
    <dgm:cxn modelId="{FEF045C1-510D-42DD-926D-8BE360D0DF36}" srcId="{7F198DCF-611B-4759-A7E2-130F128C73F2}" destId="{9076C8D8-0149-4F8C-8F74-77369F2649CE}" srcOrd="1" destOrd="0" parTransId="{6135D2EE-F90E-4646-B02D-409D875BDE93}" sibTransId="{02418B14-8124-4DE2-8E1A-028ED33097D5}"/>
    <dgm:cxn modelId="{36ABC5DC-B75E-4E06-9694-263382385572}" type="presOf" srcId="{7F198DCF-611B-4759-A7E2-130F128C73F2}" destId="{3082CC11-C016-4A1C-A24A-12A689EC174D}" srcOrd="0" destOrd="0" presId="urn:microsoft.com/office/officeart/2018/2/layout/IconLabelList"/>
    <dgm:cxn modelId="{1A1F56F5-B5F0-457E-A815-A0360C21F758}" srcId="{7F198DCF-611B-4759-A7E2-130F128C73F2}" destId="{D06E0BA4-867D-4E0D-B7AE-3AD6DF661734}" srcOrd="0" destOrd="0" parTransId="{33CD6B57-6C8F-4223-A1D4-ED7FE1C78BCD}" sibTransId="{D1E2BCB5-E5EF-400C-8CF2-552E05839BEC}"/>
    <dgm:cxn modelId="{B6D650F9-52DD-44E0-B246-4873ED443D70}" type="presOf" srcId="{D06E0BA4-867D-4E0D-B7AE-3AD6DF661734}" destId="{13E6C47C-CB5D-4FF5-B312-1C3D38531475}" srcOrd="0" destOrd="0" presId="urn:microsoft.com/office/officeart/2018/2/layout/IconLabelList"/>
    <dgm:cxn modelId="{EDF0B438-F17C-4D22-95B9-1B0B9E6E8939}" type="presParOf" srcId="{3082CC11-C016-4A1C-A24A-12A689EC174D}" destId="{FCF9B2A7-5C68-4187-8279-D0C0477CAE3F}" srcOrd="0" destOrd="0" presId="urn:microsoft.com/office/officeart/2018/2/layout/IconLabelList"/>
    <dgm:cxn modelId="{0BA0F199-C5F3-4E4B-9023-379F7D76A270}" type="presParOf" srcId="{FCF9B2A7-5C68-4187-8279-D0C0477CAE3F}" destId="{782FDCE4-DD89-4F75-AFE5-6BAC91F32202}" srcOrd="0" destOrd="0" presId="urn:microsoft.com/office/officeart/2018/2/layout/IconLabelList"/>
    <dgm:cxn modelId="{48E9435B-4A8B-4D45-956C-5C1EF69F484B}" type="presParOf" srcId="{FCF9B2A7-5C68-4187-8279-D0C0477CAE3F}" destId="{DA36AFFE-5EA9-44CE-8F58-1C757B9AB65C}" srcOrd="1" destOrd="0" presId="urn:microsoft.com/office/officeart/2018/2/layout/IconLabelList"/>
    <dgm:cxn modelId="{C047FF1C-70FB-44CF-BB72-93A1AC8925A5}" type="presParOf" srcId="{FCF9B2A7-5C68-4187-8279-D0C0477CAE3F}" destId="{13E6C47C-CB5D-4FF5-B312-1C3D38531475}" srcOrd="2" destOrd="0" presId="urn:microsoft.com/office/officeart/2018/2/layout/IconLabelList"/>
    <dgm:cxn modelId="{B4F8A1C6-ADD1-4E59-AEB8-CCE2B30FD87B}" type="presParOf" srcId="{3082CC11-C016-4A1C-A24A-12A689EC174D}" destId="{0FBE46D7-2819-4B6B-82E8-84596421313C}" srcOrd="1" destOrd="0" presId="urn:microsoft.com/office/officeart/2018/2/layout/IconLabelList"/>
    <dgm:cxn modelId="{F8351657-2E48-4FC1-9004-D869F909DA0A}" type="presParOf" srcId="{3082CC11-C016-4A1C-A24A-12A689EC174D}" destId="{036E0C6D-F8BA-4569-AC0B-5DB9A73CA452}" srcOrd="2" destOrd="0" presId="urn:microsoft.com/office/officeart/2018/2/layout/IconLabelList"/>
    <dgm:cxn modelId="{118A9F59-5B59-4B74-B89D-5B2878E183E2}" type="presParOf" srcId="{036E0C6D-F8BA-4569-AC0B-5DB9A73CA452}" destId="{29079D74-4161-49C7-AEF8-CB4376D0252A}" srcOrd="0" destOrd="0" presId="urn:microsoft.com/office/officeart/2018/2/layout/IconLabelList"/>
    <dgm:cxn modelId="{80CC368F-9116-4E0F-A5FF-4E710AC896A8}" type="presParOf" srcId="{036E0C6D-F8BA-4569-AC0B-5DB9A73CA452}" destId="{77EC139F-C612-4615-A563-7708A6D432B0}" srcOrd="1" destOrd="0" presId="urn:microsoft.com/office/officeart/2018/2/layout/IconLabelList"/>
    <dgm:cxn modelId="{0592A7F1-5616-4D7E-B4AD-FA7E980D3268}" type="presParOf" srcId="{036E0C6D-F8BA-4569-AC0B-5DB9A73CA452}" destId="{2B4AF653-5BC6-449D-9F8D-E1921D637427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D3B198-8320-41B5-9AD3-450B7878E9BE}">
      <dsp:nvSpPr>
        <dsp:cNvPr id="0" name=""/>
        <dsp:cNvSpPr/>
      </dsp:nvSpPr>
      <dsp:spPr>
        <a:xfrm>
          <a:off x="116538" y="373945"/>
          <a:ext cx="997167" cy="997167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ED5427A-A5EC-4A54-8371-01D2B58B0A2A}">
      <dsp:nvSpPr>
        <dsp:cNvPr id="0" name=""/>
        <dsp:cNvSpPr/>
      </dsp:nvSpPr>
      <dsp:spPr>
        <a:xfrm>
          <a:off x="325943" y="583350"/>
          <a:ext cx="578357" cy="57835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408FC3-A495-4AEE-85A5-03F53A4C8A6A}">
      <dsp:nvSpPr>
        <dsp:cNvPr id="0" name=""/>
        <dsp:cNvSpPr/>
      </dsp:nvSpPr>
      <dsp:spPr>
        <a:xfrm>
          <a:off x="1327385" y="373945"/>
          <a:ext cx="2350467" cy="9971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Cadastro e consulta de produtos</a:t>
          </a:r>
        </a:p>
      </dsp:txBody>
      <dsp:txXfrm>
        <a:off x="1327385" y="373945"/>
        <a:ext cx="2350467" cy="997167"/>
      </dsp:txXfrm>
    </dsp:sp>
    <dsp:sp modelId="{D7F464D1-A83A-4859-87F0-CE3C3FDB2595}">
      <dsp:nvSpPr>
        <dsp:cNvPr id="0" name=""/>
        <dsp:cNvSpPr/>
      </dsp:nvSpPr>
      <dsp:spPr>
        <a:xfrm>
          <a:off x="4087403" y="373945"/>
          <a:ext cx="997167" cy="997167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A6DB419-00F1-474F-82B1-66ACB0CE2CE1}">
      <dsp:nvSpPr>
        <dsp:cNvPr id="0" name=""/>
        <dsp:cNvSpPr/>
      </dsp:nvSpPr>
      <dsp:spPr>
        <a:xfrm>
          <a:off x="4296808" y="583350"/>
          <a:ext cx="578357" cy="57835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83A8BB-DE9C-47E8-9921-BB6FCA50DB55}">
      <dsp:nvSpPr>
        <dsp:cNvPr id="0" name=""/>
        <dsp:cNvSpPr/>
      </dsp:nvSpPr>
      <dsp:spPr>
        <a:xfrm>
          <a:off x="5298250" y="373945"/>
          <a:ext cx="2350467" cy="9971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Controle de estoque</a:t>
          </a:r>
        </a:p>
      </dsp:txBody>
      <dsp:txXfrm>
        <a:off x="5298250" y="373945"/>
        <a:ext cx="2350467" cy="997167"/>
      </dsp:txXfrm>
    </dsp:sp>
    <dsp:sp modelId="{3650FC1C-7179-45E2-AC34-CF210596DDE2}">
      <dsp:nvSpPr>
        <dsp:cNvPr id="0" name=""/>
        <dsp:cNvSpPr/>
      </dsp:nvSpPr>
      <dsp:spPr>
        <a:xfrm>
          <a:off x="116538" y="1932774"/>
          <a:ext cx="997167" cy="997167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77DAAD-750B-4DFB-9C57-C70B56E1B1FE}">
      <dsp:nvSpPr>
        <dsp:cNvPr id="0" name=""/>
        <dsp:cNvSpPr/>
      </dsp:nvSpPr>
      <dsp:spPr>
        <a:xfrm>
          <a:off x="325943" y="2142179"/>
          <a:ext cx="578357" cy="57835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56D4A0-AB56-415B-969C-F42391796421}">
      <dsp:nvSpPr>
        <dsp:cNvPr id="0" name=""/>
        <dsp:cNvSpPr/>
      </dsp:nvSpPr>
      <dsp:spPr>
        <a:xfrm>
          <a:off x="1327385" y="1932774"/>
          <a:ext cx="2350467" cy="9971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Registro de vendas</a:t>
          </a:r>
        </a:p>
      </dsp:txBody>
      <dsp:txXfrm>
        <a:off x="1327385" y="1932774"/>
        <a:ext cx="2350467" cy="997167"/>
      </dsp:txXfrm>
    </dsp:sp>
    <dsp:sp modelId="{A67998DA-F16D-414C-9B43-FCD2248A3A10}">
      <dsp:nvSpPr>
        <dsp:cNvPr id="0" name=""/>
        <dsp:cNvSpPr/>
      </dsp:nvSpPr>
      <dsp:spPr>
        <a:xfrm>
          <a:off x="4087403" y="1932774"/>
          <a:ext cx="997167" cy="997167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F2BA471-0EC7-4F6B-B618-84DD28ABD3D0}">
      <dsp:nvSpPr>
        <dsp:cNvPr id="0" name=""/>
        <dsp:cNvSpPr/>
      </dsp:nvSpPr>
      <dsp:spPr>
        <a:xfrm>
          <a:off x="4296808" y="2142179"/>
          <a:ext cx="578357" cy="57835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E95175-93BE-4FD7-8C28-ACB6757DEAED}">
      <dsp:nvSpPr>
        <dsp:cNvPr id="0" name=""/>
        <dsp:cNvSpPr/>
      </dsp:nvSpPr>
      <dsp:spPr>
        <a:xfrm>
          <a:off x="5298250" y="1932774"/>
          <a:ext cx="2350467" cy="9971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Relatórios de movimentações e vendas</a:t>
          </a:r>
        </a:p>
      </dsp:txBody>
      <dsp:txXfrm>
        <a:off x="5298250" y="1932774"/>
        <a:ext cx="2350467" cy="99716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35BD75-4587-4CFF-87BA-3D8C717D2BF8}">
      <dsp:nvSpPr>
        <dsp:cNvPr id="0" name=""/>
        <dsp:cNvSpPr/>
      </dsp:nvSpPr>
      <dsp:spPr>
        <a:xfrm>
          <a:off x="840668" y="653221"/>
          <a:ext cx="977772" cy="97777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B2A01A-8D67-4EF2-8774-2F8408F53C8E}">
      <dsp:nvSpPr>
        <dsp:cNvPr id="0" name=""/>
        <dsp:cNvSpPr/>
      </dsp:nvSpPr>
      <dsp:spPr>
        <a:xfrm>
          <a:off x="243140" y="1930666"/>
          <a:ext cx="2172828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Produto → Vendas (1:N)</a:t>
          </a:r>
        </a:p>
      </dsp:txBody>
      <dsp:txXfrm>
        <a:off x="243140" y="1930666"/>
        <a:ext cx="2172828" cy="720000"/>
      </dsp:txXfrm>
    </dsp:sp>
    <dsp:sp modelId="{EBCB70E6-B73D-47CF-84C0-3FC849C60046}">
      <dsp:nvSpPr>
        <dsp:cNvPr id="0" name=""/>
        <dsp:cNvSpPr/>
      </dsp:nvSpPr>
      <dsp:spPr>
        <a:xfrm>
          <a:off x="3393741" y="653221"/>
          <a:ext cx="977772" cy="97777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75FDFE-BC98-4E20-AD79-E00F960E213D}">
      <dsp:nvSpPr>
        <dsp:cNvPr id="0" name=""/>
        <dsp:cNvSpPr/>
      </dsp:nvSpPr>
      <dsp:spPr>
        <a:xfrm>
          <a:off x="2796213" y="1930666"/>
          <a:ext cx="2172828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Produto → Movimentações (1:N)</a:t>
          </a:r>
        </a:p>
      </dsp:txBody>
      <dsp:txXfrm>
        <a:off x="2796213" y="1930666"/>
        <a:ext cx="2172828" cy="720000"/>
      </dsp:txXfrm>
    </dsp:sp>
    <dsp:sp modelId="{FD8B0E5C-E310-46CC-9E28-E9407D55E5C3}">
      <dsp:nvSpPr>
        <dsp:cNvPr id="0" name=""/>
        <dsp:cNvSpPr/>
      </dsp:nvSpPr>
      <dsp:spPr>
        <a:xfrm>
          <a:off x="5946815" y="653221"/>
          <a:ext cx="977772" cy="97777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6EBAE9-0ADD-4AF9-97BA-FFC664604384}">
      <dsp:nvSpPr>
        <dsp:cNvPr id="0" name=""/>
        <dsp:cNvSpPr/>
      </dsp:nvSpPr>
      <dsp:spPr>
        <a:xfrm>
          <a:off x="5349287" y="1930666"/>
          <a:ext cx="2172828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Vendas → Relatório (1:1)</a:t>
          </a:r>
        </a:p>
      </dsp:txBody>
      <dsp:txXfrm>
        <a:off x="5349287" y="1930666"/>
        <a:ext cx="2172828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2FDCE4-DD89-4F75-AFE5-6BAC91F32202}">
      <dsp:nvSpPr>
        <dsp:cNvPr id="0" name=""/>
        <dsp:cNvSpPr/>
      </dsp:nvSpPr>
      <dsp:spPr>
        <a:xfrm>
          <a:off x="1012471" y="293284"/>
          <a:ext cx="1589625" cy="158962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E6C47C-CB5D-4FF5-B312-1C3D38531475}">
      <dsp:nvSpPr>
        <dsp:cNvPr id="0" name=""/>
        <dsp:cNvSpPr/>
      </dsp:nvSpPr>
      <dsp:spPr>
        <a:xfrm>
          <a:off x="41034" y="2290603"/>
          <a:ext cx="3532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O sistema permite um controle completo e organizado do estoque e das vendas.</a:t>
          </a:r>
        </a:p>
      </dsp:txBody>
      <dsp:txXfrm>
        <a:off x="41034" y="2290603"/>
        <a:ext cx="3532500" cy="720000"/>
      </dsp:txXfrm>
    </dsp:sp>
    <dsp:sp modelId="{29079D74-4161-49C7-AEF8-CB4376D0252A}">
      <dsp:nvSpPr>
        <dsp:cNvPr id="0" name=""/>
        <dsp:cNvSpPr/>
      </dsp:nvSpPr>
      <dsp:spPr>
        <a:xfrm>
          <a:off x="5163159" y="293284"/>
          <a:ext cx="1589625" cy="158962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4AF653-5BC6-449D-9F8D-E1921D637427}">
      <dsp:nvSpPr>
        <dsp:cNvPr id="0" name=""/>
        <dsp:cNvSpPr/>
      </dsp:nvSpPr>
      <dsp:spPr>
        <a:xfrm>
          <a:off x="4191721" y="2290603"/>
          <a:ext cx="3532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Facilita análises e decisões comerciais com base em dados históricos.</a:t>
          </a:r>
        </a:p>
      </dsp:txBody>
      <dsp:txXfrm>
        <a:off x="4191721" y="2290603"/>
        <a:ext cx="35325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347" y="1122363"/>
            <a:ext cx="7773308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347" y="3602038"/>
            <a:ext cx="7773308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2249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4747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1933" y="657227"/>
            <a:ext cx="7300134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1933" y="3602039"/>
            <a:ext cx="7300134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4205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1"/>
            <a:ext cx="7765321" cy="1326321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346" y="2088320"/>
            <a:ext cx="3829503" cy="3702881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30052" y="2088320"/>
            <a:ext cx="3820616" cy="3702881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523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1"/>
            <a:ext cx="7765321" cy="1325563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5427" y="2088320"/>
            <a:ext cx="3600326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346" y="2912232"/>
            <a:ext cx="3830406" cy="287896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9230" y="2088320"/>
            <a:ext cx="3591437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912232"/>
            <a:ext cx="3821518" cy="287896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6052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6119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3825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921" y="609600"/>
            <a:ext cx="2949178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08548" y="609600"/>
            <a:ext cx="4642119" cy="5181600"/>
          </a:xfrm>
        </p:spPr>
        <p:txBody>
          <a:bodyPr anchor="ctr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7921" y="2971801"/>
            <a:ext cx="2949178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2152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921" y="609600"/>
            <a:ext cx="416760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49932" y="758881"/>
            <a:ext cx="2966938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PT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2971800"/>
            <a:ext cx="4171242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1462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grafia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5" y="4289373"/>
            <a:ext cx="7775673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355" y="621322"/>
            <a:ext cx="7775673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PT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5108728"/>
            <a:ext cx="7774499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8181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9601"/>
            <a:ext cx="776532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4204820"/>
            <a:ext cx="776532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3048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2"/>
            <a:ext cx="6564224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5" y="4204821"/>
            <a:ext cx="776532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505245" y="641749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46721" y="3073376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983712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5" y="2126943"/>
            <a:ext cx="7766495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650556"/>
            <a:ext cx="776532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7284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45" y="609601"/>
            <a:ext cx="7765322" cy="1325563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46" y="2088320"/>
            <a:ext cx="2474217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46" y="2911624"/>
            <a:ext cx="2474217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3658" y="2088320"/>
            <a:ext cx="2473919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3659" y="2911624"/>
            <a:ext cx="247486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2088320"/>
            <a:ext cx="246840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82260" y="2911624"/>
            <a:ext cx="2468408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760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na de 3 Image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46" y="609601"/>
            <a:ext cx="7765322" cy="1325563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47" y="3989147"/>
            <a:ext cx="247421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19015" y="2092235"/>
            <a:ext cx="2205038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PT"/>
              <a:t>Clique no ícone para adicionar uma imagem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47" y="4565409"/>
            <a:ext cx="2474216" cy="122579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26" y="3989147"/>
            <a:ext cx="2474237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426747" y="2092235"/>
            <a:ext cx="2197894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PT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11" y="4565408"/>
            <a:ext cx="2475252" cy="122579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80067" y="3989147"/>
            <a:ext cx="246742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14603" y="2092235"/>
            <a:ext cx="219908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PT"/>
              <a:t>Clique no ícone para adicionar uma imagem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9973" y="4565410"/>
            <a:ext cx="2470694" cy="122579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0223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64171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609600"/>
            <a:ext cx="1906993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346" y="609600"/>
            <a:ext cx="5744029" cy="5181601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9676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47" y="609601"/>
            <a:ext cx="776532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46" y="2096064"/>
            <a:ext cx="776532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2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46" y="5883276"/>
            <a:ext cx="50046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651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4335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Monitores antigos de computadores">
            <a:extLst>
              <a:ext uri="{FF2B5EF4-FFF2-40B4-BE49-F238E27FC236}">
                <a16:creationId xmlns:a16="http://schemas.microsoft.com/office/drawing/2014/main" id="{E4B34DEB-F9AA-FA5B-B9BA-8C87A943BC19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2763" r="9213" b="2"/>
          <a:stretch>
            <a:fillRect/>
          </a:stretch>
        </p:blipFill>
        <p:spPr>
          <a:xfrm>
            <a:off x="20" y="2030"/>
            <a:ext cx="9143980" cy="685597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256A7F27-5B86-4914-90A3-E04479F8E6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 flip="none" rotWithShape="1">
            <a:gsLst>
              <a:gs pos="32000">
                <a:schemeClr val="bg2">
                  <a:lumMod val="75000"/>
                  <a:alpha val="4000"/>
                </a:schemeClr>
              </a:gs>
              <a:gs pos="100000">
                <a:schemeClr val="bg2">
                  <a:lumMod val="40000"/>
                  <a:alpha val="66000"/>
                </a:schemeClr>
              </a:gs>
            </a:gsLst>
            <a:path path="circle">
              <a:fillToRect l="50000" t="5000" r="50000" b="95000"/>
            </a:path>
            <a:tileRect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832A30EC-2C72-4D1B-9B53-76A0601A1F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59454" y="1828800"/>
            <a:ext cx="6625092" cy="3200400"/>
          </a:xfrm>
          <a:prstGeom prst="rect">
            <a:avLst/>
          </a:prstGeom>
          <a:ln w="190500" cap="sq">
            <a:solidFill>
              <a:srgbClr val="FFFFFF"/>
            </a:solidFill>
            <a:miter lim="800000"/>
          </a:ln>
          <a:effectLst>
            <a:outerShdw blurRad="54991" dist="1778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</a:sp3d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56150" y="2054268"/>
            <a:ext cx="6266147" cy="792171"/>
          </a:xfrm>
        </p:spPr>
        <p:txBody>
          <a:bodyPr>
            <a:noAutofit/>
          </a:bodyPr>
          <a:lstStyle/>
          <a:p>
            <a:r>
              <a:rPr lang="pt-BR" sz="3000" dirty="0"/>
              <a:t>Sistema de Banco de Dados Projeto Graal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38926" y="3071907"/>
            <a:ext cx="6266148" cy="965157"/>
          </a:xfrm>
        </p:spPr>
        <p:txBody>
          <a:bodyPr>
            <a:noAutofit/>
          </a:bodyPr>
          <a:lstStyle/>
          <a:p>
            <a:pPr algn="r"/>
            <a:r>
              <a:rPr sz="2000" dirty="0"/>
              <a:t>Matheus </a:t>
            </a:r>
            <a:r>
              <a:rPr lang="pt-BR" sz="2000" dirty="0"/>
              <a:t>Simões</a:t>
            </a:r>
            <a:r>
              <a:rPr sz="2000" dirty="0"/>
              <a:t> – </a:t>
            </a:r>
            <a:r>
              <a:rPr lang="pt-BR" sz="2000" dirty="0"/>
              <a:t>Desenvolvedor</a:t>
            </a:r>
            <a:br>
              <a:rPr lang="pt-BR" sz="2000" dirty="0"/>
            </a:br>
            <a:r>
              <a:rPr lang="pt-BR" sz="2000" dirty="0"/>
              <a:t>Anderson Freitas - Introdução</a:t>
            </a:r>
            <a:br>
              <a:rPr lang="pt-BR" sz="2000" dirty="0"/>
            </a:br>
            <a:r>
              <a:rPr lang="pt-BR" sz="2000" dirty="0"/>
              <a:t> Vitor Rodrigues - Apresentação</a:t>
            </a:r>
            <a:br>
              <a:rPr lang="pt-BR" sz="2000" dirty="0"/>
            </a:br>
            <a:r>
              <a:rPr lang="pt-BR" sz="2000" dirty="0"/>
              <a:t>Lucas Fernandes - Documentação</a:t>
            </a:r>
            <a:br>
              <a:rPr lang="pt-BR" sz="2000" dirty="0"/>
            </a:br>
            <a:r>
              <a:rPr lang="pt-BR" sz="2000" dirty="0"/>
              <a:t>Leonardo Matos – Modelagem MER e DER</a:t>
            </a:r>
            <a:endParaRPr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95604" y="609600"/>
            <a:ext cx="4755063" cy="1326321"/>
          </a:xfrm>
        </p:spPr>
        <p:txBody>
          <a:bodyPr>
            <a:normAutofit/>
          </a:bodyPr>
          <a:lstStyle/>
          <a:p>
            <a:r>
              <a:rPr lang="pt-BR"/>
              <a:t>Introdução</a:t>
            </a:r>
          </a:p>
        </p:txBody>
      </p:sp>
      <p:pic>
        <p:nvPicPr>
          <p:cNvPr id="7" name="Picture 4" descr="Gráfico financeiro digital">
            <a:extLst>
              <a:ext uri="{FF2B5EF4-FFF2-40B4-BE49-F238E27FC236}">
                <a16:creationId xmlns:a16="http://schemas.microsoft.com/office/drawing/2014/main" id="{A28D2C28-BA6F-6697-D3F7-592290465E6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3384" r="28098"/>
          <a:stretch>
            <a:fillRect/>
          </a:stretch>
        </p:blipFill>
        <p:spPr>
          <a:xfrm>
            <a:off x="20" y="10"/>
            <a:ext cx="3476985" cy="6857990"/>
          </a:xfrm>
          <a:prstGeom prst="rect">
            <a:avLst/>
          </a:prstGeom>
        </p:spPr>
      </p:pic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3695603" y="2096064"/>
            <a:ext cx="4755064" cy="3695136"/>
          </a:xfrm>
        </p:spPr>
        <p:txBody>
          <a:bodyPr>
            <a:normAutofit/>
          </a:bodyPr>
          <a:lstStyle/>
          <a:p>
            <a:r>
              <a:rPr dirty="0" err="1"/>
              <a:t>Objetivo</a:t>
            </a:r>
            <a:r>
              <a:rPr dirty="0"/>
              <a:t>: </a:t>
            </a:r>
            <a:r>
              <a:rPr dirty="0" err="1"/>
              <a:t>Criar</a:t>
            </a:r>
            <a:r>
              <a:rPr dirty="0"/>
              <a:t> um </a:t>
            </a:r>
            <a:r>
              <a:rPr dirty="0" err="1"/>
              <a:t>sistema</a:t>
            </a:r>
            <a:r>
              <a:rPr dirty="0"/>
              <a:t> de </a:t>
            </a:r>
            <a:r>
              <a:rPr lang="pt-BR" dirty="0"/>
              <a:t>Pdv com relatórios</a:t>
            </a:r>
            <a:r>
              <a:rPr dirty="0"/>
              <a:t> para </a:t>
            </a:r>
            <a:r>
              <a:rPr lang="pt-BR" dirty="0"/>
              <a:t>uma franquia da rede</a:t>
            </a:r>
            <a:r>
              <a:rPr dirty="0"/>
              <a:t> Graal.</a:t>
            </a:r>
          </a:p>
          <a:p>
            <a:r>
              <a:rPr dirty="0" err="1"/>
              <a:t>Gerenciamento</a:t>
            </a:r>
            <a:r>
              <a:rPr dirty="0"/>
              <a:t> de </a:t>
            </a:r>
            <a:r>
              <a:rPr dirty="0" err="1"/>
              <a:t>produtos</a:t>
            </a:r>
            <a:r>
              <a:rPr dirty="0"/>
              <a:t>, estoque e </a:t>
            </a:r>
            <a:r>
              <a:rPr dirty="0" err="1"/>
              <a:t>vendas</a:t>
            </a:r>
            <a:r>
              <a:rPr dirty="0"/>
              <a:t>.</a:t>
            </a:r>
          </a:p>
          <a:p>
            <a:r>
              <a:rPr dirty="0"/>
              <a:t>Tecnologias: </a:t>
            </a:r>
            <a:r>
              <a:rPr lang="pt-BR" dirty="0"/>
              <a:t>MY</a:t>
            </a:r>
            <a:r>
              <a:rPr dirty="0"/>
              <a:t>SQL, </a:t>
            </a:r>
            <a:r>
              <a:rPr dirty="0" err="1"/>
              <a:t>modelagem</a:t>
            </a:r>
            <a:r>
              <a:rPr dirty="0"/>
              <a:t> </a:t>
            </a:r>
            <a:r>
              <a:rPr dirty="0" err="1"/>
              <a:t>relacional</a:t>
            </a:r>
            <a:r>
              <a:rPr dirty="0"/>
              <a:t>, interface</a:t>
            </a:r>
            <a:r>
              <a:rPr lang="pt-BR" dirty="0"/>
              <a:t> e python</a:t>
            </a:r>
            <a:r>
              <a:rPr dirty="0"/>
              <a:t>.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2A31A05-19BB-4F84-9402-E8569CBDB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77005" y="45720"/>
            <a:ext cx="0" cy="6766560"/>
          </a:xfrm>
          <a:prstGeom prst="line">
            <a:avLst/>
          </a:prstGeom>
          <a:ln w="190500" cap="sq">
            <a:solidFill>
              <a:srgbClr val="FFFFFF"/>
            </a:solidFill>
            <a:miter lim="800000"/>
          </a:ln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1" cy="1326321"/>
          </a:xfrm>
        </p:spPr>
        <p:txBody>
          <a:bodyPr>
            <a:normAutofit/>
          </a:bodyPr>
          <a:lstStyle/>
          <a:p>
            <a:r>
              <a:t>Funcionalidades Principais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5F67083-961D-6AFD-F9B8-CBD39653AC5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82217971"/>
              </p:ext>
            </p:extLst>
          </p:nvPr>
        </p:nvGraphicFramePr>
        <p:xfrm>
          <a:off x="685800" y="2257654"/>
          <a:ext cx="7765256" cy="33038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3" name="Picture 2" descr="log_in_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981" y="250723"/>
            <a:ext cx="8672051" cy="6327058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clientes_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037" y="176981"/>
            <a:ext cx="8630737" cy="6430296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1" cy="1326321"/>
          </a:xfrm>
        </p:spPr>
        <p:txBody>
          <a:bodyPr>
            <a:normAutofit/>
          </a:bodyPr>
          <a:lstStyle/>
          <a:p>
            <a:r>
              <a:t>Relações entre Tabelas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399FC5A-A132-084A-C287-B567BA04A1A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48249013"/>
              </p:ext>
            </p:extLst>
          </p:nvPr>
        </p:nvGraphicFramePr>
        <p:xfrm>
          <a:off x="685800" y="2257654"/>
          <a:ext cx="7765256" cy="33038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1" cy="1326321"/>
          </a:xfrm>
        </p:spPr>
        <p:txBody>
          <a:bodyPr>
            <a:normAutofit/>
          </a:bodyPr>
          <a:lstStyle/>
          <a:p>
            <a:r>
              <a:rPr lang="pt-BR"/>
              <a:t>Conclusão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7DE1C3C-D816-66A3-A816-835B4492E01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34840264"/>
              </p:ext>
            </p:extLst>
          </p:nvPr>
        </p:nvGraphicFramePr>
        <p:xfrm>
          <a:off x="685800" y="2257654"/>
          <a:ext cx="7765256" cy="33038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 spd="slow">
    <p:push dir="u"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TM04033921[[fn=Damasco]]</Template>
  <TotalTime>121</TotalTime>
  <Words>148</Words>
  <Application>Microsoft Office PowerPoint</Application>
  <PresentationFormat>Apresentação no Ecrã (4:3)</PresentationFormat>
  <Paragraphs>18</Paragraphs>
  <Slides>7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7</vt:i4>
      </vt:variant>
    </vt:vector>
  </HeadingPairs>
  <TitlesOfParts>
    <vt:vector size="12" baseType="lpstr">
      <vt:lpstr>Arial</vt:lpstr>
      <vt:lpstr>Bookman Old Style</vt:lpstr>
      <vt:lpstr>Calibri</vt:lpstr>
      <vt:lpstr>Rockwell</vt:lpstr>
      <vt:lpstr>Damask</vt:lpstr>
      <vt:lpstr>Sistema de Banco de Dados Projeto Graal</vt:lpstr>
      <vt:lpstr>Introdução</vt:lpstr>
      <vt:lpstr>Funcionalidades Principais</vt:lpstr>
      <vt:lpstr>Apresentação do PowerPoint</vt:lpstr>
      <vt:lpstr>Apresentação do PowerPoint</vt:lpstr>
      <vt:lpstr>Relações entre Tabelas</vt:lpstr>
      <vt:lpstr>Conclusão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MATHEUS PEIXOTO DOS SANTOS SIMOES</cp:lastModifiedBy>
  <cp:revision>4</cp:revision>
  <dcterms:created xsi:type="dcterms:W3CDTF">2013-01-27T09:14:16Z</dcterms:created>
  <dcterms:modified xsi:type="dcterms:W3CDTF">2025-06-06T22:09:33Z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2025-06-06T20:05:41Z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38ae2f02-5710-4e12-80bb-83600c3fdf1e</vt:lpwstr>
  </property>
  <property fmtid="{D5CDD505-2E9C-101B-9397-08002B2CF9AE}" pid="7" name="MSIP_Label_defa4170-0d19-0005-0004-bc88714345d2_ActionId">
    <vt:lpwstr>4f1085a3-4e47-458d-98c9-da98f4e4de4c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10, 3, 0, 1</vt:lpwstr>
  </property>
</Properties>
</file>